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6619FF49-897C-4633-9F73-5786B5680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b="1" dirty="0"/>
              <a:t>Access Control Violations- User Risk Analysis</a:t>
            </a:r>
            <a:r>
              <a:rPr lang="en-US" b="1" dirty="0"/>
              <a:t> </a:t>
            </a:r>
            <a:r>
              <a:rPr b="1" dirty="0"/>
              <a:t>Personal Project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F4DE5033-51E5-455F-991E-98E648CE1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8716"/>
            <a:ext cx="9144000" cy="909084"/>
          </a:xfrm>
        </p:spPr>
        <p:txBody>
          <a:bodyPr/>
          <a:lstStyle/>
          <a:p>
            <a:r>
              <a:rPr lang="en-US" dirty="0"/>
              <a:t>PAPPULA MADHUSUDHAN REDDY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Violations by User">
            <a:extLst>
              <a:ext uri="{FF2B5EF4-FFF2-40B4-BE49-F238E27FC236}">
                <a16:creationId xmlns:a16="http://schemas.microsoft.com/office/drawing/2014/main" id="{57DDEC56-5F17-40E7-AAD1-0A69A1A5B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2381250"/>
            <a:ext cx="87249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Violation Rate by User">
            <a:extLst>
              <a:ext uri="{FF2B5EF4-FFF2-40B4-BE49-F238E27FC236}">
                <a16:creationId xmlns:a16="http://schemas.microsoft.com/office/drawing/2014/main" id="{36DFB436-B145-43C5-9680-E84665C0A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2286000"/>
            <a:ext cx="87249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Access Control Violations – User Risk Analysis">
            <a:extLst>
              <a:ext uri="{FF2B5EF4-FFF2-40B4-BE49-F238E27FC236}">
                <a16:creationId xmlns:a16="http://schemas.microsoft.com/office/drawing/2014/main" id="{D3A0F50F-E1F5-4766-B766-2CCFC93D5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72" y="0"/>
            <a:ext cx="116836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Access Control Violations- User Risk Analysis Personal Project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Pappula, Madhusudhan Reddy</cp:lastModifiedBy>
  <cp:revision>1</cp:revision>
  <dcterms:created xsi:type="dcterms:W3CDTF">2026-04-16T19:28:37Z</dcterms:created>
  <dcterms:modified xsi:type="dcterms:W3CDTF">2026-04-16T19:29:49Z</dcterms:modified>
</cp:coreProperties>
</file>