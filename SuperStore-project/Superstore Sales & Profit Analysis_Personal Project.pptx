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39929E5F-3755-4791-914C-25149C9E8A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/>
              <a:t>Superstore Sales &amp; Profit Analysis</a:t>
            </a:r>
            <a:r>
              <a:rPr lang="en-US" b="1" dirty="0"/>
              <a:t> </a:t>
            </a:r>
            <a:r>
              <a:rPr b="1" dirty="0"/>
              <a:t>Personal Project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9ABC9328-2103-4A16-B089-8046DC15D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27450"/>
            <a:ext cx="9144000" cy="930349"/>
          </a:xfrm>
        </p:spPr>
        <p:txBody>
          <a:bodyPr/>
          <a:lstStyle/>
          <a:p>
            <a:r>
              <a:rPr lang="en-US" dirty="0"/>
              <a:t>Pappula Madhusudhan Reddy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ales by Category">
            <a:extLst>
              <a:ext uri="{FF2B5EF4-FFF2-40B4-BE49-F238E27FC236}">
                <a16:creationId xmlns:a16="http://schemas.microsoft.com/office/drawing/2014/main" id="{B470EE06-79F2-4887-8C30-52DBB9B5E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337" y="204787"/>
            <a:ext cx="9839325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Profit by Sub-Category and Discount">
            <a:extLst>
              <a:ext uri="{FF2B5EF4-FFF2-40B4-BE49-F238E27FC236}">
                <a16:creationId xmlns:a16="http://schemas.microsoft.com/office/drawing/2014/main" id="{96CAB08D-4DCE-42B2-BE01-0B9A9CC65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337" y="1128712"/>
            <a:ext cx="983932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Profit by Region">
            <a:extLst>
              <a:ext uri="{FF2B5EF4-FFF2-40B4-BE49-F238E27FC236}">
                <a16:creationId xmlns:a16="http://schemas.microsoft.com/office/drawing/2014/main" id="{9C7501C8-5838-4E1A-B739-BD346ADE4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337" y="2366962"/>
            <a:ext cx="9839325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Monthly Sales &amp;amp; Profit Trend">
            <a:extLst>
              <a:ext uri="{FF2B5EF4-FFF2-40B4-BE49-F238E27FC236}">
                <a16:creationId xmlns:a16="http://schemas.microsoft.com/office/drawing/2014/main" id="{7912250C-1ACD-4763-9FC4-7F41FBB31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5" y="204787"/>
            <a:ext cx="9848850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Superstore Sales &amp;amp; Profit Analysis Dashboard">
            <a:extLst>
              <a:ext uri="{FF2B5EF4-FFF2-40B4-BE49-F238E27FC236}">
                <a16:creationId xmlns:a16="http://schemas.microsoft.com/office/drawing/2014/main" id="{BB081370-DB3D-4964-9B66-4287FE3D3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Macintosh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Superstore Sales &amp; Profit Analysis Personal Project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Pappula, Madhusudhan Reddy</cp:lastModifiedBy>
  <cp:revision>1</cp:revision>
  <dcterms:created xsi:type="dcterms:W3CDTF">2026-04-16T19:37:15Z</dcterms:created>
  <dcterms:modified xsi:type="dcterms:W3CDTF">2026-04-16T19:38:30Z</dcterms:modified>
</cp:coreProperties>
</file>